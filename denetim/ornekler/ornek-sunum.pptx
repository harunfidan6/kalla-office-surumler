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slaydın konuşmacı notu.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slaydın konuşmacı notu.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Uyum Testi Sunumu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Türkçe karakterler: çğıöşü ÇĞİÖŞÜ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Maddeler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Birinci madde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İkinci madde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Üçüncü madde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46304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Tablo ve şekil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Çeyrek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Gelir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1371600"/>
            <a:ext cx="3200400" cy="1828800"/>
          </a:xfrm>
          <a:prstGeom prst="roundRect">
            <a:avLst/>
          </a:prstGeom>
          <a:solidFill>
            <a:srgbClr val="F0603C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0" y="13716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Şekil içi metin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Uyum testi</dc:title>
  <dc:subject>PptxGenJS Presentation</dc:subject>
  <dc:creator>PptxGenJS</dc:creator>
  <cp:lastModifiedBy>PptxGenJS</cp:lastModifiedBy>
  <cp:revision>1</cp:revision>
  <dcterms:created xsi:type="dcterms:W3CDTF">2026-10-15T22:04:53Z</dcterms:created>
  <dcterms:modified xsi:type="dcterms:W3CDTF">2026-10-15T22:04:53Z</dcterms:modified>
</cp:coreProperties>
</file>